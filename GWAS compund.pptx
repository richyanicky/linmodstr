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46"/>
  </p:normalViewPr>
  <p:slideViewPr>
    <p:cSldViewPr snapToGrid="0" snapToObjects="1">
      <p:cViewPr varScale="1">
        <p:scale>
          <a:sx n="108" d="100"/>
          <a:sy n="108" d="100"/>
        </p:scale>
        <p:origin x="7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A2BB4-A079-ED4F-A2B5-DF4AEA6FC8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F20F54-4BB7-5244-8DD2-8EC2B7FB77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DC7DE0-BE10-BE44-9287-6CB229818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0AF45-0A77-CC44-8D02-398CDCC0128E}" type="datetimeFigureOut">
              <a:rPr lang="en-US" smtClean="0"/>
              <a:t>9/21/19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6D50E1-810E-CD40-B1F9-FDF21537B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E890A8-ED5C-B843-8589-2984FA905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5990B-9963-2B43-A120-E6544AA325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905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ED9F6-DBFC-2D4D-A180-064EB03B6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C03616-03BC-F447-BCBD-780BA05A81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7D1A11-B101-314C-B5FB-5B26AF166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0AF45-0A77-CC44-8D02-398CDCC0128E}" type="datetimeFigureOut">
              <a:rPr lang="en-US" smtClean="0"/>
              <a:t>9/21/19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4EAA22-9DC9-964B-90E8-2928931DA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4956D-56DC-7742-8A0D-2CC86F461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5990B-9963-2B43-A120-E6544AA325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569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2BA41-818B-9342-BAF5-5F635F2DB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6AC0A6-6B5E-3C4B-A03D-3998BD5499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FE58F6-02B4-D74E-A9EF-F934946B5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0AF45-0A77-CC44-8D02-398CDCC0128E}" type="datetimeFigureOut">
              <a:rPr lang="en-US" smtClean="0"/>
              <a:t>9/21/19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A967E5-16D0-1145-9476-C0063249B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27CCA0-18EF-604D-AEA5-E700F717E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5990B-9963-2B43-A120-E6544AA325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437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1E255-EE0B-494B-B14C-F2B0C9085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700B07-443E-5F4D-8D9B-863B287381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DB70EA-34BD-3544-A266-DD73F28872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F32FDE-932A-4A4E-A453-18354AA02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0AF45-0A77-CC44-8D02-398CDCC0128E}" type="datetimeFigureOut">
              <a:rPr lang="en-US" smtClean="0"/>
              <a:t>9/21/19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956D8A-5740-EF47-A39B-EAEE73959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DE0D6E-5DEF-AF47-B6CF-81B09B41C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5990B-9963-2B43-A120-E6544AA325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65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ECA03-C7D0-8B47-A63C-96DDEB355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A16E99-C428-2543-8FD1-C7C36E6770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E37A01-AE86-CB4F-8093-0E07CF6B0F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664AF6-1FA8-F548-9579-BC666FFE70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87BB68-415A-DF40-878B-9B17127CCF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4F59BF-8A8B-A140-A91F-650FEE6F4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0AF45-0A77-CC44-8D02-398CDCC0128E}" type="datetimeFigureOut">
              <a:rPr lang="en-US" smtClean="0"/>
              <a:t>9/21/19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815C4E-5880-504B-9197-6CD3D3A45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FE08C4-4D1E-8A4B-83C7-D592BBC0E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5990B-9963-2B43-A120-E6544AA325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8346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A895F-0447-8243-A218-97FAC54E0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C4648A-5431-1943-8F73-AFCA9CD7C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0AF45-0A77-CC44-8D02-398CDCC0128E}" type="datetimeFigureOut">
              <a:rPr lang="en-US" smtClean="0"/>
              <a:t>9/21/19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AF419C-58B6-4542-90DB-31E895D09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190E8B-8876-A14E-876A-F09B39670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5990B-9963-2B43-A120-E6544AA325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736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62703A-C1C3-4948-90B1-C803FF867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0AF45-0A77-CC44-8D02-398CDCC0128E}" type="datetimeFigureOut">
              <a:rPr lang="en-US" smtClean="0"/>
              <a:t>9/21/19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1BC19B-598E-FE41-9495-96892BC53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DDC841-36C0-E74F-93D0-59327F39E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5990B-9963-2B43-A120-E6544AA325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1617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92D35-B5FD-2C48-86E2-FB281ED7F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4E042C-EE03-6848-8FAA-101D8ED4DE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51CD58-09B2-C148-92B4-607FD84625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C40992-D4E8-5042-A790-338A9A3A4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0AF45-0A77-CC44-8D02-398CDCC0128E}" type="datetimeFigureOut">
              <a:rPr lang="en-US" smtClean="0"/>
              <a:t>9/21/19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6FCE50-860F-B04D-98BD-40DC692F8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88A37C-B7D5-3244-B888-A825AD758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5990B-9963-2B43-A120-E6544AA325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280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54603-B941-C54D-BAF9-7B3352E59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951F20-47E3-3345-8AFF-F9ECCB732E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E82DF9-2747-6A4E-8B58-B4B7029870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EECEDD-7691-A648-9CCB-66888591A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0AF45-0A77-CC44-8D02-398CDCC0128E}" type="datetimeFigureOut">
              <a:rPr lang="en-US" smtClean="0"/>
              <a:t>9/21/19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4F2550-2BFB-6D45-984F-708684CBD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C8CEBB-6BD4-0745-B713-E10044CA1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5990B-9963-2B43-A120-E6544AA325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2827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9EE99-19BA-4148-9231-4FE3BE786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4E8B70-E49B-D040-B09B-F0C6600F6E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36719B-2070-F940-8A5C-53B6F5D10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0AF45-0A77-CC44-8D02-398CDCC0128E}" type="datetimeFigureOut">
              <a:rPr lang="en-US" smtClean="0"/>
              <a:t>9/21/19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4068B9-F541-EC4F-AC3A-7BB8B62EB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BBA4AB-19FD-F94C-B103-DC27EC951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5990B-9963-2B43-A120-E6544AA325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467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0C7B33-E575-5B44-BACA-CBA81543A1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C587E9-42BE-1B41-95F5-9E9E759C47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10B074-09A5-364F-B51C-A56844EE0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0AF45-0A77-CC44-8D02-398CDCC0128E}" type="datetimeFigureOut">
              <a:rPr lang="en-US" smtClean="0"/>
              <a:t>9/21/19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6D4865-26AB-7A49-B02A-5459997E2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48BE83-4C72-F44C-B13F-F7BA93250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5990B-9963-2B43-A120-E6544AA325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543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A98E1E-56D2-6941-9E8E-2C51D455E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F93F56-20CF-7942-A659-638F735BB6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9B4CA4-2962-D145-B80F-CE6D54AAE3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C0AF45-0A77-CC44-8D02-398CDCC0128E}" type="datetimeFigureOut">
              <a:rPr lang="en-US" smtClean="0"/>
              <a:t>9/21/19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8A4AF6-EBEF-BB43-914E-E9EEFDA10B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DDA20E-0AB6-EB42-A758-F09238E66F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05990B-9963-2B43-A120-E6544AA325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016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7D0D457-BD24-C048-9B7C-8CA347DF3CE3}"/>
              </a:ext>
            </a:extLst>
          </p:cNvPr>
          <p:cNvCxnSpPr/>
          <p:nvPr/>
        </p:nvCxnSpPr>
        <p:spPr>
          <a:xfrm>
            <a:off x="1116281" y="6008914"/>
            <a:ext cx="1003464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ouble Brace 3">
            <a:extLst>
              <a:ext uri="{FF2B5EF4-FFF2-40B4-BE49-F238E27FC236}">
                <a16:creationId xmlns:a16="http://schemas.microsoft.com/office/drawing/2014/main" id="{DC62F141-1F20-8141-AF22-7FCDD7454638}"/>
              </a:ext>
            </a:extLst>
          </p:cNvPr>
          <p:cNvSpPr/>
          <p:nvPr/>
        </p:nvSpPr>
        <p:spPr>
          <a:xfrm>
            <a:off x="914400" y="6282046"/>
            <a:ext cx="593766" cy="332509"/>
          </a:xfrm>
          <a:prstGeom prst="brace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B54E71-2F4A-E34A-A78F-31E09C5F7D1E}"/>
              </a:ext>
            </a:extLst>
          </p:cNvPr>
          <p:cNvSpPr txBox="1"/>
          <p:nvPr/>
        </p:nvSpPr>
        <p:spPr>
          <a:xfrm>
            <a:off x="966030" y="6282046"/>
            <a:ext cx="542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LD1</a:t>
            </a:r>
          </a:p>
        </p:txBody>
      </p:sp>
      <p:sp>
        <p:nvSpPr>
          <p:cNvPr id="6" name="Double Brace 5">
            <a:extLst>
              <a:ext uri="{FF2B5EF4-FFF2-40B4-BE49-F238E27FC236}">
                <a16:creationId xmlns:a16="http://schemas.microsoft.com/office/drawing/2014/main" id="{2EFA5856-DB90-8C44-8D01-A5314140FC06}"/>
              </a:ext>
            </a:extLst>
          </p:cNvPr>
          <p:cNvSpPr/>
          <p:nvPr/>
        </p:nvSpPr>
        <p:spPr>
          <a:xfrm>
            <a:off x="1696192" y="6260419"/>
            <a:ext cx="1246248" cy="469714"/>
          </a:xfrm>
          <a:prstGeom prst="brace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BB79EC-974F-624D-987B-E64244A0D2CB}"/>
              </a:ext>
            </a:extLst>
          </p:cNvPr>
          <p:cNvSpPr txBox="1"/>
          <p:nvPr/>
        </p:nvSpPr>
        <p:spPr>
          <a:xfrm>
            <a:off x="1951767" y="6297241"/>
            <a:ext cx="11378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LD2</a:t>
            </a:r>
          </a:p>
        </p:txBody>
      </p:sp>
      <p:sp>
        <p:nvSpPr>
          <p:cNvPr id="8" name="Double Brace 7">
            <a:extLst>
              <a:ext uri="{FF2B5EF4-FFF2-40B4-BE49-F238E27FC236}">
                <a16:creationId xmlns:a16="http://schemas.microsoft.com/office/drawing/2014/main" id="{453D7488-D233-5840-9C8F-59C1A3CEB71D}"/>
              </a:ext>
            </a:extLst>
          </p:cNvPr>
          <p:cNvSpPr/>
          <p:nvPr/>
        </p:nvSpPr>
        <p:spPr>
          <a:xfrm>
            <a:off x="10017506" y="6144841"/>
            <a:ext cx="896597" cy="469714"/>
          </a:xfrm>
          <a:prstGeom prst="brace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36973B-0610-CF44-B833-F9D3F1E27193}"/>
              </a:ext>
            </a:extLst>
          </p:cNvPr>
          <p:cNvSpPr txBox="1"/>
          <p:nvPr/>
        </p:nvSpPr>
        <p:spPr>
          <a:xfrm>
            <a:off x="10205532" y="6195032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LDn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685954-D49C-DC44-AD16-33D80AB058D4}"/>
              </a:ext>
            </a:extLst>
          </p:cNvPr>
          <p:cNvSpPr txBox="1"/>
          <p:nvPr/>
        </p:nvSpPr>
        <p:spPr>
          <a:xfrm>
            <a:off x="3752603" y="6310610"/>
            <a:ext cx="439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FC9094A-BEF2-C549-B31A-BE92C92FA6C0}"/>
              </a:ext>
            </a:extLst>
          </p:cNvPr>
          <p:cNvSpPr txBox="1"/>
          <p:nvPr/>
        </p:nvSpPr>
        <p:spPr>
          <a:xfrm>
            <a:off x="220685" y="5824248"/>
            <a:ext cx="534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8360949-BECD-5C45-AF05-A3F2EADDF8CD}"/>
              </a:ext>
            </a:extLst>
          </p:cNvPr>
          <p:cNvSpPr/>
          <p:nvPr/>
        </p:nvSpPr>
        <p:spPr>
          <a:xfrm>
            <a:off x="1696192" y="5925787"/>
            <a:ext cx="1246248" cy="2190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CD4CBD6-FBA9-E745-9458-5B4721B883AF}"/>
              </a:ext>
            </a:extLst>
          </p:cNvPr>
          <p:cNvCxnSpPr/>
          <p:nvPr/>
        </p:nvCxnSpPr>
        <p:spPr>
          <a:xfrm>
            <a:off x="1116281" y="4950031"/>
            <a:ext cx="1003464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Double Brace 14">
            <a:extLst>
              <a:ext uri="{FF2B5EF4-FFF2-40B4-BE49-F238E27FC236}">
                <a16:creationId xmlns:a16="http://schemas.microsoft.com/office/drawing/2014/main" id="{90CB2364-F444-B743-A139-FF15FC794146}"/>
              </a:ext>
            </a:extLst>
          </p:cNvPr>
          <p:cNvSpPr/>
          <p:nvPr/>
        </p:nvSpPr>
        <p:spPr>
          <a:xfrm>
            <a:off x="999250" y="5128831"/>
            <a:ext cx="593766" cy="332509"/>
          </a:xfrm>
          <a:prstGeom prst="brace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66F675A-1B35-9A48-B5AA-1F2375FF549D}"/>
              </a:ext>
            </a:extLst>
          </p:cNvPr>
          <p:cNvSpPr txBox="1"/>
          <p:nvPr/>
        </p:nvSpPr>
        <p:spPr>
          <a:xfrm>
            <a:off x="1066800" y="5134841"/>
            <a:ext cx="542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LD1</a:t>
            </a:r>
          </a:p>
        </p:txBody>
      </p:sp>
      <p:sp>
        <p:nvSpPr>
          <p:cNvPr id="17" name="Double Brace 16">
            <a:extLst>
              <a:ext uri="{FF2B5EF4-FFF2-40B4-BE49-F238E27FC236}">
                <a16:creationId xmlns:a16="http://schemas.microsoft.com/office/drawing/2014/main" id="{ACDFA3F0-6DA5-BC44-92C1-8FC29875D34C}"/>
              </a:ext>
            </a:extLst>
          </p:cNvPr>
          <p:cNvSpPr/>
          <p:nvPr/>
        </p:nvSpPr>
        <p:spPr>
          <a:xfrm>
            <a:off x="1698257" y="5188166"/>
            <a:ext cx="1246248" cy="469714"/>
          </a:xfrm>
          <a:prstGeom prst="brace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E1C05C5-4FE0-BB4C-A1E7-0B176910B47A}"/>
              </a:ext>
            </a:extLst>
          </p:cNvPr>
          <p:cNvSpPr txBox="1"/>
          <p:nvPr/>
        </p:nvSpPr>
        <p:spPr>
          <a:xfrm>
            <a:off x="1902775" y="5194857"/>
            <a:ext cx="11378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LD2</a:t>
            </a:r>
          </a:p>
        </p:txBody>
      </p:sp>
      <p:sp>
        <p:nvSpPr>
          <p:cNvPr id="19" name="Double Brace 18">
            <a:extLst>
              <a:ext uri="{FF2B5EF4-FFF2-40B4-BE49-F238E27FC236}">
                <a16:creationId xmlns:a16="http://schemas.microsoft.com/office/drawing/2014/main" id="{F8C0D6AB-EE5C-7A4E-B5E1-DEFC7EFCEFB8}"/>
              </a:ext>
            </a:extLst>
          </p:cNvPr>
          <p:cNvSpPr/>
          <p:nvPr/>
        </p:nvSpPr>
        <p:spPr>
          <a:xfrm>
            <a:off x="10030705" y="5051973"/>
            <a:ext cx="896597" cy="469714"/>
          </a:xfrm>
          <a:prstGeom prst="brace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65AC7F-4023-734E-9E20-53573D96684A}"/>
              </a:ext>
            </a:extLst>
          </p:cNvPr>
          <p:cNvSpPr txBox="1"/>
          <p:nvPr/>
        </p:nvSpPr>
        <p:spPr>
          <a:xfrm>
            <a:off x="10205530" y="5188166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LDn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FC9146F-2BB5-7949-8E9B-89F44C67A2A6}"/>
              </a:ext>
            </a:extLst>
          </p:cNvPr>
          <p:cNvSpPr txBox="1"/>
          <p:nvPr/>
        </p:nvSpPr>
        <p:spPr>
          <a:xfrm>
            <a:off x="3873996" y="5134985"/>
            <a:ext cx="439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3EB1294-69B2-5B4F-A5B1-48EBD0E82E84}"/>
              </a:ext>
            </a:extLst>
          </p:cNvPr>
          <p:cNvSpPr txBox="1"/>
          <p:nvPr/>
        </p:nvSpPr>
        <p:spPr>
          <a:xfrm>
            <a:off x="220685" y="4765365"/>
            <a:ext cx="534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P2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8DE240A-CC96-7A42-8D96-3C31DCA8CB1B}"/>
              </a:ext>
            </a:extLst>
          </p:cNvPr>
          <p:cNvSpPr/>
          <p:nvPr/>
        </p:nvSpPr>
        <p:spPr>
          <a:xfrm>
            <a:off x="1696192" y="4915643"/>
            <a:ext cx="1246248" cy="2190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C66E1AA-4439-4443-810C-D58C2558F7CE}"/>
              </a:ext>
            </a:extLst>
          </p:cNvPr>
          <p:cNvSpPr txBox="1"/>
          <p:nvPr/>
        </p:nvSpPr>
        <p:spPr>
          <a:xfrm>
            <a:off x="356260" y="2398816"/>
            <a:ext cx="3988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.</a:t>
            </a:r>
          </a:p>
          <a:p>
            <a:r>
              <a:rPr lang="en-US" dirty="0"/>
              <a:t>.</a:t>
            </a:r>
          </a:p>
          <a:p>
            <a:r>
              <a:rPr lang="en-US" dirty="0"/>
              <a:t>.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57F92A6-FC89-CE41-9794-FA110ECFFB34}"/>
              </a:ext>
            </a:extLst>
          </p:cNvPr>
          <p:cNvCxnSpPr/>
          <p:nvPr/>
        </p:nvCxnSpPr>
        <p:spPr>
          <a:xfrm>
            <a:off x="1116281" y="3761717"/>
            <a:ext cx="1003464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Double Brace 35">
            <a:extLst>
              <a:ext uri="{FF2B5EF4-FFF2-40B4-BE49-F238E27FC236}">
                <a16:creationId xmlns:a16="http://schemas.microsoft.com/office/drawing/2014/main" id="{2D96DDF6-B596-2341-A1A8-647C70C7C737}"/>
              </a:ext>
            </a:extLst>
          </p:cNvPr>
          <p:cNvSpPr/>
          <p:nvPr/>
        </p:nvSpPr>
        <p:spPr>
          <a:xfrm>
            <a:off x="999250" y="3940517"/>
            <a:ext cx="593766" cy="332509"/>
          </a:xfrm>
          <a:prstGeom prst="brace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2F8AD18-59D3-974F-9CC1-26EAA48E4DE9}"/>
              </a:ext>
            </a:extLst>
          </p:cNvPr>
          <p:cNvSpPr txBox="1"/>
          <p:nvPr/>
        </p:nvSpPr>
        <p:spPr>
          <a:xfrm>
            <a:off x="1057904" y="3946383"/>
            <a:ext cx="542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LD1</a:t>
            </a:r>
          </a:p>
        </p:txBody>
      </p:sp>
      <p:sp>
        <p:nvSpPr>
          <p:cNvPr id="38" name="Double Brace 37">
            <a:extLst>
              <a:ext uri="{FF2B5EF4-FFF2-40B4-BE49-F238E27FC236}">
                <a16:creationId xmlns:a16="http://schemas.microsoft.com/office/drawing/2014/main" id="{FCF16F4A-F31A-9046-9AF1-73523F47722C}"/>
              </a:ext>
            </a:extLst>
          </p:cNvPr>
          <p:cNvSpPr/>
          <p:nvPr/>
        </p:nvSpPr>
        <p:spPr>
          <a:xfrm>
            <a:off x="1698257" y="3999852"/>
            <a:ext cx="1246248" cy="469714"/>
          </a:xfrm>
          <a:prstGeom prst="brace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F5878CD-2F1A-6C44-87F9-738D990BD36C}"/>
              </a:ext>
            </a:extLst>
          </p:cNvPr>
          <p:cNvSpPr txBox="1"/>
          <p:nvPr/>
        </p:nvSpPr>
        <p:spPr>
          <a:xfrm>
            <a:off x="1902775" y="4006543"/>
            <a:ext cx="11378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LD2</a:t>
            </a:r>
          </a:p>
        </p:txBody>
      </p:sp>
      <p:sp>
        <p:nvSpPr>
          <p:cNvPr id="40" name="Double Brace 39">
            <a:extLst>
              <a:ext uri="{FF2B5EF4-FFF2-40B4-BE49-F238E27FC236}">
                <a16:creationId xmlns:a16="http://schemas.microsoft.com/office/drawing/2014/main" id="{379875BD-80B0-534E-8A46-B1DB4436E534}"/>
              </a:ext>
            </a:extLst>
          </p:cNvPr>
          <p:cNvSpPr/>
          <p:nvPr/>
        </p:nvSpPr>
        <p:spPr>
          <a:xfrm>
            <a:off x="10030705" y="3863659"/>
            <a:ext cx="896597" cy="469714"/>
          </a:xfrm>
          <a:prstGeom prst="brace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A46F89A-3B2D-584D-9110-C10FF208BE2F}"/>
              </a:ext>
            </a:extLst>
          </p:cNvPr>
          <p:cNvSpPr txBox="1"/>
          <p:nvPr/>
        </p:nvSpPr>
        <p:spPr>
          <a:xfrm>
            <a:off x="10205530" y="3999852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LDn</a:t>
            </a:r>
            <a:endParaRPr 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98E7C47-E02B-6341-9F73-8782365552DB}"/>
              </a:ext>
            </a:extLst>
          </p:cNvPr>
          <p:cNvSpPr txBox="1"/>
          <p:nvPr/>
        </p:nvSpPr>
        <p:spPr>
          <a:xfrm>
            <a:off x="3873996" y="3946671"/>
            <a:ext cx="439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570C297-326D-E445-BB89-B9B0D508BB20}"/>
              </a:ext>
            </a:extLst>
          </p:cNvPr>
          <p:cNvSpPr txBox="1"/>
          <p:nvPr/>
        </p:nvSpPr>
        <p:spPr>
          <a:xfrm>
            <a:off x="220685" y="3577051"/>
            <a:ext cx="534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P3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9995D92-24A9-5849-9E61-774159ABD799}"/>
              </a:ext>
            </a:extLst>
          </p:cNvPr>
          <p:cNvSpPr/>
          <p:nvPr/>
        </p:nvSpPr>
        <p:spPr>
          <a:xfrm>
            <a:off x="1696192" y="3727329"/>
            <a:ext cx="1246248" cy="2190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Double Brace 44">
            <a:extLst>
              <a:ext uri="{FF2B5EF4-FFF2-40B4-BE49-F238E27FC236}">
                <a16:creationId xmlns:a16="http://schemas.microsoft.com/office/drawing/2014/main" id="{686AB3B5-87B1-A14A-843B-E1ECC0AB0A75}"/>
              </a:ext>
            </a:extLst>
          </p:cNvPr>
          <p:cNvSpPr/>
          <p:nvPr/>
        </p:nvSpPr>
        <p:spPr>
          <a:xfrm>
            <a:off x="3147962" y="3971008"/>
            <a:ext cx="593766" cy="332509"/>
          </a:xfrm>
          <a:prstGeom prst="brace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EC3733B-FCD1-C748-BAF3-AD9759CCC8DC}"/>
              </a:ext>
            </a:extLst>
          </p:cNvPr>
          <p:cNvSpPr txBox="1"/>
          <p:nvPr/>
        </p:nvSpPr>
        <p:spPr>
          <a:xfrm>
            <a:off x="3206616" y="3976874"/>
            <a:ext cx="5459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LD3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E033E17-3156-1749-BE5B-92781B02335E}"/>
              </a:ext>
            </a:extLst>
          </p:cNvPr>
          <p:cNvSpPr/>
          <p:nvPr/>
        </p:nvSpPr>
        <p:spPr>
          <a:xfrm>
            <a:off x="3118604" y="3701846"/>
            <a:ext cx="623124" cy="18930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P3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48D53764-0215-DC40-B774-D607628CC9B3}"/>
              </a:ext>
            </a:extLst>
          </p:cNvPr>
          <p:cNvCxnSpPr/>
          <p:nvPr/>
        </p:nvCxnSpPr>
        <p:spPr>
          <a:xfrm>
            <a:off x="1251856" y="829162"/>
            <a:ext cx="1003464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Double Brace 48">
            <a:extLst>
              <a:ext uri="{FF2B5EF4-FFF2-40B4-BE49-F238E27FC236}">
                <a16:creationId xmlns:a16="http://schemas.microsoft.com/office/drawing/2014/main" id="{DAE1C0BE-2C21-D246-B948-DD42315D8548}"/>
              </a:ext>
            </a:extLst>
          </p:cNvPr>
          <p:cNvSpPr/>
          <p:nvPr/>
        </p:nvSpPr>
        <p:spPr>
          <a:xfrm>
            <a:off x="1134825" y="1007962"/>
            <a:ext cx="593766" cy="332509"/>
          </a:xfrm>
          <a:prstGeom prst="brace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56072A6-E5C8-534F-B0A1-AEE038B30C72}"/>
              </a:ext>
            </a:extLst>
          </p:cNvPr>
          <p:cNvSpPr txBox="1"/>
          <p:nvPr/>
        </p:nvSpPr>
        <p:spPr>
          <a:xfrm>
            <a:off x="1193479" y="1013828"/>
            <a:ext cx="542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LD1</a:t>
            </a:r>
          </a:p>
        </p:txBody>
      </p:sp>
      <p:sp>
        <p:nvSpPr>
          <p:cNvPr id="51" name="Double Brace 50">
            <a:extLst>
              <a:ext uri="{FF2B5EF4-FFF2-40B4-BE49-F238E27FC236}">
                <a16:creationId xmlns:a16="http://schemas.microsoft.com/office/drawing/2014/main" id="{71973EED-5C4B-8D40-BC09-ED900A3A7728}"/>
              </a:ext>
            </a:extLst>
          </p:cNvPr>
          <p:cNvSpPr/>
          <p:nvPr/>
        </p:nvSpPr>
        <p:spPr>
          <a:xfrm>
            <a:off x="1833832" y="1067297"/>
            <a:ext cx="1246248" cy="469714"/>
          </a:xfrm>
          <a:prstGeom prst="brace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4D46492-7721-7D4D-A806-F09F4150FEA1}"/>
              </a:ext>
            </a:extLst>
          </p:cNvPr>
          <p:cNvSpPr txBox="1"/>
          <p:nvPr/>
        </p:nvSpPr>
        <p:spPr>
          <a:xfrm>
            <a:off x="2038350" y="1073988"/>
            <a:ext cx="11378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LD2</a:t>
            </a:r>
          </a:p>
        </p:txBody>
      </p:sp>
      <p:sp>
        <p:nvSpPr>
          <p:cNvPr id="53" name="Double Brace 52">
            <a:extLst>
              <a:ext uri="{FF2B5EF4-FFF2-40B4-BE49-F238E27FC236}">
                <a16:creationId xmlns:a16="http://schemas.microsoft.com/office/drawing/2014/main" id="{D358E9CE-6503-5749-87A2-27ACE444BEC9}"/>
              </a:ext>
            </a:extLst>
          </p:cNvPr>
          <p:cNvSpPr/>
          <p:nvPr/>
        </p:nvSpPr>
        <p:spPr>
          <a:xfrm>
            <a:off x="10166280" y="931104"/>
            <a:ext cx="896597" cy="469714"/>
          </a:xfrm>
          <a:prstGeom prst="brace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57BD343-987E-8A4F-9483-DA0713552CF3}"/>
              </a:ext>
            </a:extLst>
          </p:cNvPr>
          <p:cNvSpPr txBox="1"/>
          <p:nvPr/>
        </p:nvSpPr>
        <p:spPr>
          <a:xfrm>
            <a:off x="10341105" y="1067297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LDn</a:t>
            </a:r>
            <a:endParaRPr lang="en-US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B46081D-AF9B-814F-AB6D-382C9E81261A}"/>
              </a:ext>
            </a:extLst>
          </p:cNvPr>
          <p:cNvSpPr txBox="1"/>
          <p:nvPr/>
        </p:nvSpPr>
        <p:spPr>
          <a:xfrm>
            <a:off x="4009571" y="1014116"/>
            <a:ext cx="439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D3D245F-5DD3-9E42-B040-48BDC7589D06}"/>
              </a:ext>
            </a:extLst>
          </p:cNvPr>
          <p:cNvSpPr txBox="1"/>
          <p:nvPr/>
        </p:nvSpPr>
        <p:spPr>
          <a:xfrm>
            <a:off x="356260" y="644496"/>
            <a:ext cx="534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Pm</a:t>
            </a:r>
          </a:p>
        </p:txBody>
      </p:sp>
      <p:sp>
        <p:nvSpPr>
          <p:cNvPr id="58" name="Double Brace 57">
            <a:extLst>
              <a:ext uri="{FF2B5EF4-FFF2-40B4-BE49-F238E27FC236}">
                <a16:creationId xmlns:a16="http://schemas.microsoft.com/office/drawing/2014/main" id="{F7CDD0BA-1126-7249-B1BA-2854515378FD}"/>
              </a:ext>
            </a:extLst>
          </p:cNvPr>
          <p:cNvSpPr/>
          <p:nvPr/>
        </p:nvSpPr>
        <p:spPr>
          <a:xfrm>
            <a:off x="3283537" y="1038453"/>
            <a:ext cx="593766" cy="332509"/>
          </a:xfrm>
          <a:prstGeom prst="brace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700CA27-9EE2-B24E-A5B6-2F08F4F9A661}"/>
              </a:ext>
            </a:extLst>
          </p:cNvPr>
          <p:cNvSpPr txBox="1"/>
          <p:nvPr/>
        </p:nvSpPr>
        <p:spPr>
          <a:xfrm>
            <a:off x="3342191" y="1044319"/>
            <a:ext cx="5459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LD3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1629631-0FDD-464A-83DA-DED9C0702A09}"/>
              </a:ext>
            </a:extLst>
          </p:cNvPr>
          <p:cNvSpPr txBox="1"/>
          <p:nvPr/>
        </p:nvSpPr>
        <p:spPr>
          <a:xfrm>
            <a:off x="2367391" y="2078499"/>
            <a:ext cx="11378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</a:t>
            </a: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D856190E-DD71-154A-A1AF-5CF9BC49B8AC}"/>
              </a:ext>
            </a:extLst>
          </p:cNvPr>
          <p:cNvCxnSpPr/>
          <p:nvPr/>
        </p:nvCxnSpPr>
        <p:spPr>
          <a:xfrm flipV="1">
            <a:off x="2456956" y="2607792"/>
            <a:ext cx="369371" cy="9459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5EC1A4ED-5EF1-FF42-9E60-CC99DD8AD749}"/>
              </a:ext>
            </a:extLst>
          </p:cNvPr>
          <p:cNvCxnSpPr/>
          <p:nvPr/>
        </p:nvCxnSpPr>
        <p:spPr>
          <a:xfrm flipV="1">
            <a:off x="3283537" y="1439122"/>
            <a:ext cx="161308" cy="4993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 65">
            <a:extLst>
              <a:ext uri="{FF2B5EF4-FFF2-40B4-BE49-F238E27FC236}">
                <a16:creationId xmlns:a16="http://schemas.microsoft.com/office/drawing/2014/main" id="{FD0DF5B9-F3DE-A54E-848F-9556C81EC3A4}"/>
              </a:ext>
            </a:extLst>
          </p:cNvPr>
          <p:cNvSpPr/>
          <p:nvPr/>
        </p:nvSpPr>
        <p:spPr>
          <a:xfrm>
            <a:off x="3259787" y="766944"/>
            <a:ext cx="623124" cy="18930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Pm`</a:t>
            </a:r>
          </a:p>
        </p:txBody>
      </p:sp>
    </p:spTree>
    <p:extLst>
      <p:ext uri="{BB962C8B-B14F-4D97-AF65-F5344CB8AC3E}">
        <p14:creationId xmlns:p14="http://schemas.microsoft.com/office/powerpoint/2010/main" val="17936709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29</Words>
  <Application>Microsoft Macintosh PowerPoint</Application>
  <PresentationFormat>Widescreen</PresentationFormat>
  <Paragraphs>28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3</cp:revision>
  <dcterms:created xsi:type="dcterms:W3CDTF">2019-09-21T23:11:19Z</dcterms:created>
  <dcterms:modified xsi:type="dcterms:W3CDTF">2019-09-21T23:43:59Z</dcterms:modified>
</cp:coreProperties>
</file>